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65" r:id="rId6"/>
    <p:sldId id="257" r:id="rId7"/>
    <p:sldId id="258" r:id="rId8"/>
    <p:sldId id="260" r:id="rId9"/>
    <p:sldId id="261" r:id="rId10"/>
    <p:sldId id="262" r:id="rId11"/>
    <p:sldId id="263" r:id="rId12"/>
    <p:sldId id="267" r:id="rId13"/>
    <p:sldId id="259" r:id="rId14"/>
    <p:sldId id="268" r:id="rId15"/>
    <p:sldId id="266" r:id="rId16"/>
    <p:sldId id="264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FF7ED-4417-4443-32D0-2236156A6E8F}" v="20" dt="2026-10-04T12:41:58"/>
    <p1510:client id="{EC634747-A99A-7288-7C3F-BE29580A46AA}" v="18" dt="2026-10-04T12:43:37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6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0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3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7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3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56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8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6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9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90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63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4987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82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65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i-FI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77268-E217-4B4E-AE6A-A39784F33EF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50C0B6-8D97-42BB-B5CD-1EB6BB71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xQvpwM4z/sep1glowstone" TargetMode="External"/><Relationship Id="rId2" Type="http://schemas.openxmlformats.org/officeDocument/2006/relationships/hyperlink" Target="https://github.com/LeoLeerila/Glowston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96F3-39F9-4BA4-A520-D12E864FD6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GLOWSTONE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8BF4E-F326-42F3-B961-80C218DC8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/>
              <a:t>R</a:t>
            </a:r>
            <a:r>
              <a:rPr lang="en-US" err="1"/>
              <a:t>emi</a:t>
            </a:r>
            <a:r>
              <a:rPr lang="en-US"/>
              <a:t> Maskulin, Leo </a:t>
            </a:r>
            <a:r>
              <a:rPr lang="en-US" err="1"/>
              <a:t>Leerilä</a:t>
            </a:r>
            <a:r>
              <a:rPr lang="en-US"/>
              <a:t>, Oleg </a:t>
            </a:r>
            <a:r>
              <a:rPr lang="en-US" err="1"/>
              <a:t>Dukalskiy</a:t>
            </a:r>
            <a:r>
              <a:rPr lang="en-US"/>
              <a:t>, Eeli Mäkinen</a:t>
            </a:r>
          </a:p>
          <a:p>
            <a:r>
              <a:rPr lang="en-US" err="1"/>
              <a:t>Ryhmä</a:t>
            </a:r>
            <a:r>
              <a:rPr lang="en-US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90549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C2E9-A5BE-463A-B53B-47F5942C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3E89C-C4D0-4F05-A7FB-1C6A96764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669" y="2292285"/>
            <a:ext cx="8285573" cy="32123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 of AI</a:t>
            </a:r>
          </a:p>
          <a:p>
            <a:pPr lvl="1"/>
            <a:r>
              <a:rPr lang="en-US"/>
              <a:t>This was made fully by </a:t>
            </a:r>
            <a:r>
              <a:rPr lang="en-US" i="1"/>
              <a:t>humans</a:t>
            </a:r>
          </a:p>
          <a:p>
            <a:r>
              <a:rPr lang="en-US"/>
              <a:t>GitHub link - </a:t>
            </a:r>
            <a:r>
              <a:rPr lang="en-US">
                <a:hlinkClick r:id="rId2"/>
              </a:rPr>
              <a:t>https://github.com/LeoLeerila/Glowstone</a:t>
            </a:r>
          </a:p>
          <a:p>
            <a:r>
              <a:rPr lang="en-US"/>
              <a:t>Trello link - </a:t>
            </a:r>
            <a:r>
              <a:rPr lang="en-US">
                <a:hlinkClick r:id="rId3"/>
              </a:rPr>
              <a:t>https://trello.com/b/xQvpwM4z/sep1glowstone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2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1EF01-06F7-4948-BF1A-7F5AC3F3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Backlog and development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D0241-6772-482B-8922-62CA86991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1562" y="1930400"/>
            <a:ext cx="2821645" cy="31838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/>
          </a:p>
          <a:p>
            <a:r>
              <a:rPr lang="en-US"/>
              <a:t>We implemented the majority of necessary features first, before touching non-essential features.</a:t>
            </a:r>
          </a:p>
          <a:p>
            <a:r>
              <a:rPr lang="en-US"/>
              <a:t>Group members took tasks under their responsibility</a:t>
            </a:r>
          </a:p>
          <a:p>
            <a:r>
              <a:rPr lang="en-US"/>
              <a:t>All features got implemented on a timely manner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8B5240-E011-CBE1-139B-19E836C61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5859890" cy="366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3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B397-8B13-45C0-97FE-7C74A246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B1592-2205-4042-8CA0-59BE20DD1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43760"/>
            <a:ext cx="8596668" cy="3667412"/>
          </a:xfrm>
        </p:spPr>
        <p:txBody>
          <a:bodyPr>
            <a:normAutofit/>
          </a:bodyPr>
          <a:lstStyle/>
          <a:p>
            <a:r>
              <a:rPr lang="en-US"/>
              <a:t>Statistics on the sprint implementation:</a:t>
            </a:r>
          </a:p>
          <a:p>
            <a:pPr lvl="1"/>
            <a:r>
              <a:rPr lang="en-US"/>
              <a:t>Sprint Master: Remi</a:t>
            </a:r>
          </a:p>
          <a:p>
            <a:pPr lvl="1"/>
            <a:r>
              <a:rPr lang="en-US"/>
              <a:t>Sprint Backlog</a:t>
            </a:r>
          </a:p>
          <a:p>
            <a:pPr lvl="2"/>
            <a:r>
              <a:rPr lang="en-US"/>
              <a:t>Chose project topic and assigned responsibility roles</a:t>
            </a:r>
          </a:p>
          <a:p>
            <a:pPr lvl="2"/>
            <a:r>
              <a:rPr lang="en-US"/>
              <a:t>Project Plan &amp; Vision documents</a:t>
            </a:r>
          </a:p>
          <a:p>
            <a:pPr lvl="2"/>
            <a:r>
              <a:rPr lang="en-US"/>
              <a:t>Product backlog and user stories</a:t>
            </a:r>
          </a:p>
          <a:p>
            <a:pPr marL="914400" lvl="2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4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B397-8B13-45C0-97FE-7C74A246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B1592-2205-4042-8CA0-59BE20DD1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972095" cy="3880773"/>
          </a:xfrm>
        </p:spPr>
        <p:txBody>
          <a:bodyPr>
            <a:normAutofit/>
          </a:bodyPr>
          <a:lstStyle/>
          <a:p>
            <a:r>
              <a:rPr lang="en-US"/>
              <a:t>Statistics on the sprint implementation:</a:t>
            </a:r>
          </a:p>
          <a:p>
            <a:pPr lvl="1"/>
            <a:r>
              <a:rPr lang="en-US"/>
              <a:t>Sprint Master: Oleg</a:t>
            </a:r>
          </a:p>
          <a:p>
            <a:pPr lvl="1"/>
            <a:r>
              <a:rPr lang="en-US"/>
              <a:t>Sprint Backlog</a:t>
            </a:r>
          </a:p>
          <a:p>
            <a:pPr lvl="2"/>
            <a:r>
              <a:rPr lang="en-US"/>
              <a:t>Done &amp; Released</a:t>
            </a:r>
          </a:p>
          <a:p>
            <a:pPr lvl="3"/>
            <a:r>
              <a:rPr lang="en-US"/>
              <a:t>Frontend basic layout and frontend-only methods</a:t>
            </a:r>
          </a:p>
          <a:p>
            <a:pPr lvl="3"/>
            <a:r>
              <a:rPr lang="en-US"/>
              <a:t>Backend implemented with SCRUM</a:t>
            </a:r>
          </a:p>
          <a:p>
            <a:pPr lvl="3"/>
            <a:r>
              <a:rPr lang="en-US" err="1"/>
              <a:t>JaCoCo</a:t>
            </a:r>
            <a:r>
              <a:rPr lang="en-US"/>
              <a:t> implemented</a:t>
            </a:r>
          </a:p>
          <a:p>
            <a:pPr lvl="3"/>
            <a:r>
              <a:rPr lang="en-US"/>
              <a:t>JUnit starter tests</a:t>
            </a:r>
          </a:p>
          <a:p>
            <a:pPr lvl="2"/>
            <a:r>
              <a:rPr lang="en-US"/>
              <a:t>Testing</a:t>
            </a:r>
          </a:p>
          <a:p>
            <a:pPr lvl="3"/>
            <a:r>
              <a:rPr lang="en-US"/>
              <a:t>Basic testing implemented for backend</a:t>
            </a:r>
          </a:p>
        </p:txBody>
      </p:sp>
    </p:spTree>
    <p:extLst>
      <p:ext uri="{BB962C8B-B14F-4D97-AF65-F5344CB8AC3E}">
        <p14:creationId xmlns:p14="http://schemas.microsoft.com/office/powerpoint/2010/main" val="116230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B397-8B13-45C0-97FE-7C74A246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B1592-2205-4042-8CA0-59BE20DD1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Statistics on the sprint implementation:</a:t>
            </a:r>
          </a:p>
          <a:p>
            <a:pPr lvl="1"/>
            <a:r>
              <a:rPr lang="en-US"/>
              <a:t>Sprint Master: Leo</a:t>
            </a:r>
          </a:p>
          <a:p>
            <a:pPr lvl="1"/>
            <a:r>
              <a:rPr lang="en-US"/>
              <a:t>Sprint Backlog</a:t>
            </a:r>
          </a:p>
          <a:p>
            <a:pPr lvl="2"/>
            <a:r>
              <a:rPr lang="en-US"/>
              <a:t>Done &amp; Released</a:t>
            </a:r>
          </a:p>
          <a:p>
            <a:pPr lvl="3"/>
            <a:r>
              <a:rPr lang="en-US"/>
              <a:t>Frontend communication with Backend</a:t>
            </a:r>
          </a:p>
          <a:p>
            <a:pPr lvl="3"/>
            <a:r>
              <a:rPr lang="en-US"/>
              <a:t>Database implemented</a:t>
            </a:r>
          </a:p>
          <a:p>
            <a:pPr lvl="3"/>
            <a:r>
              <a:rPr lang="en-US"/>
              <a:t>Jenkins implemented</a:t>
            </a:r>
          </a:p>
          <a:p>
            <a:pPr lvl="3"/>
            <a:r>
              <a:rPr lang="en-US"/>
              <a:t>Remaining frontend features implemented</a:t>
            </a:r>
          </a:p>
          <a:p>
            <a:pPr lvl="2"/>
            <a:r>
              <a:rPr lang="en-US"/>
              <a:t>Testing</a:t>
            </a:r>
          </a:p>
          <a:p>
            <a:pPr lvl="3"/>
            <a:r>
              <a:rPr lang="en-US"/>
              <a:t>Implemented new tests with Database connection in mind</a:t>
            </a:r>
          </a:p>
          <a:p>
            <a:pPr lvl="3"/>
            <a:r>
              <a:rPr lang="en-US"/>
              <a:t>Some tests were postponed</a:t>
            </a:r>
          </a:p>
        </p:txBody>
      </p:sp>
    </p:spTree>
    <p:extLst>
      <p:ext uri="{BB962C8B-B14F-4D97-AF65-F5344CB8AC3E}">
        <p14:creationId xmlns:p14="http://schemas.microsoft.com/office/powerpoint/2010/main" val="1701360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B397-8B13-45C0-97FE-7C74A246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B1592-2205-4042-8CA0-59BE20DD1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Statistics on the sprint implementation:</a:t>
            </a:r>
          </a:p>
          <a:p>
            <a:pPr lvl="1"/>
            <a:r>
              <a:rPr lang="en-US"/>
              <a:t>Sprint Master: Eeli</a:t>
            </a:r>
          </a:p>
          <a:p>
            <a:pPr lvl="1"/>
            <a:r>
              <a:rPr lang="en-US"/>
              <a:t>Sprint Backlog</a:t>
            </a:r>
          </a:p>
          <a:p>
            <a:pPr lvl="2"/>
            <a:r>
              <a:rPr lang="en-US"/>
              <a:t>Done &amp; Released</a:t>
            </a:r>
          </a:p>
          <a:p>
            <a:pPr lvl="3"/>
            <a:r>
              <a:rPr lang="en-US"/>
              <a:t>Docker image implemented</a:t>
            </a:r>
          </a:p>
          <a:p>
            <a:pPr lvl="3"/>
            <a:r>
              <a:rPr lang="en-US"/>
              <a:t>Remaining JUnit tests</a:t>
            </a:r>
          </a:p>
          <a:p>
            <a:pPr lvl="2"/>
            <a:r>
              <a:rPr lang="en-US"/>
              <a:t>Postpone</a:t>
            </a:r>
          </a:p>
          <a:p>
            <a:pPr lvl="3"/>
            <a:r>
              <a:rPr lang="en-US"/>
              <a:t>Frontend UI visual enhancements</a:t>
            </a:r>
          </a:p>
        </p:txBody>
      </p:sp>
    </p:spTree>
    <p:extLst>
      <p:ext uri="{BB962C8B-B14F-4D97-AF65-F5344CB8AC3E}">
        <p14:creationId xmlns:p14="http://schemas.microsoft.com/office/powerpoint/2010/main" val="2588321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0A7BD8-35EB-4F42-BDBD-222470AC8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09" y="835015"/>
            <a:ext cx="3179593" cy="32158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800"/>
              <a:t>Architectural Design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372D4F0-A0C6-600F-91EB-F2CA8014A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27" y="55326"/>
            <a:ext cx="4958884" cy="2752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798734-CACE-EF80-1B89-DEDE48D3F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6" r="24053"/>
          <a:stretch>
            <a:fillRect/>
          </a:stretch>
        </p:blipFill>
        <p:spPr>
          <a:xfrm>
            <a:off x="1451261" y="2797696"/>
            <a:ext cx="4619162" cy="380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38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5063-4669-CCF8-9E98-C4F21DA1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Applied</a:t>
            </a:r>
            <a:r>
              <a:rPr lang="fi-FI"/>
              <a:t> Technologies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8C37-D951-7D02-B00E-DD003AB1A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fi-FI"/>
              <a:t>Junit</a:t>
            </a:r>
          </a:p>
          <a:p>
            <a:r>
              <a:rPr lang="fi-FI" err="1"/>
              <a:t>Jacoco</a:t>
            </a:r>
            <a:endParaRPr lang="fi-FI"/>
          </a:p>
          <a:p>
            <a:r>
              <a:rPr lang="fi-FI" err="1"/>
              <a:t>Jenkins</a:t>
            </a:r>
            <a:endParaRPr lang="fi-FI"/>
          </a:p>
          <a:p>
            <a:r>
              <a:rPr lang="fi-FI" err="1"/>
              <a:t>Docker</a:t>
            </a:r>
          </a:p>
          <a:p>
            <a:r>
              <a:rPr lang="fi-FI" err="1"/>
              <a:t>JavaFX</a:t>
            </a:r>
            <a:endParaRPr lang="fi-FI"/>
          </a:p>
          <a:p>
            <a:r>
              <a:rPr lang="fi-FI" err="1"/>
              <a:t>MariaDB</a:t>
            </a:r>
          </a:p>
        </p:txBody>
      </p:sp>
    </p:spTree>
    <p:extLst>
      <p:ext uri="{BB962C8B-B14F-4D97-AF65-F5344CB8AC3E}">
        <p14:creationId xmlns:p14="http://schemas.microsoft.com/office/powerpoint/2010/main" val="306773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70D9-9711-4D97-9C73-27195EAD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9A3C9-916A-4C2D-B445-AED9995A8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7224343" cy="2767012"/>
          </a:xfrm>
        </p:spPr>
        <p:txBody>
          <a:bodyPr/>
          <a:lstStyle/>
          <a:p>
            <a:r>
              <a:rPr lang="en-US"/>
              <a:t>5 minutes maximum</a:t>
            </a:r>
          </a:p>
          <a:p>
            <a:pPr lvl="1"/>
            <a:r>
              <a:rPr lang="en-US"/>
              <a:t>Prototype demo (Docker image)</a:t>
            </a:r>
          </a:p>
        </p:txBody>
      </p:sp>
    </p:spTree>
    <p:extLst>
      <p:ext uri="{BB962C8B-B14F-4D97-AF65-F5344CB8AC3E}">
        <p14:creationId xmlns:p14="http://schemas.microsoft.com/office/powerpoint/2010/main" val="361347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A38A-052A-90D5-C29C-E29578FDD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Validity</a:t>
            </a:r>
            <a:r>
              <a:rPr lang="fi-FI"/>
              <a:t> and </a:t>
            </a:r>
            <a:r>
              <a:rPr lang="fi-FI" err="1"/>
              <a:t>reliability</a:t>
            </a:r>
            <a:r>
              <a:rPr lang="fi-FI"/>
              <a:t> of </a:t>
            </a:r>
            <a:r>
              <a:rPr lang="fi-FI" err="1"/>
              <a:t>your</a:t>
            </a:r>
            <a:r>
              <a:rPr lang="fi-FI"/>
              <a:t> </a:t>
            </a:r>
            <a:r>
              <a:rPr lang="fi-FI" err="1"/>
              <a:t>Solution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10A90-D43B-018E-C902-0DA432600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How did you ensure your software is reliable?</a:t>
            </a:r>
          </a:p>
          <a:p>
            <a:r>
              <a:rPr lang="en-US" dirty="0"/>
              <a:t>We opened the program. It work. </a:t>
            </a:r>
            <a:r>
              <a:rPr lang="en-US" dirty="0">
                <a:ea typeface="+mn-lt"/>
                <a:cs typeface="+mn-lt"/>
              </a:rPr>
              <a:t>👍 (ad-hoc testing)</a:t>
            </a:r>
          </a:p>
          <a:p>
            <a:r>
              <a:rPr lang="en-US" dirty="0"/>
              <a:t>Junit tests used to ensure methods work as expected.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29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231F-4B89-4B3F-8242-0599760D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achievement of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035AD-6BAC-4684-8136-993DD8E14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Learned use of Docker and Jenkins.</a:t>
            </a:r>
          </a:p>
          <a:p>
            <a:r>
              <a:rPr lang="en-US"/>
              <a:t>Learned about CI/CD principles.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18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BFD4-781E-456F-BCC6-D5839C7E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for further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14327-5681-4B1F-87EE-61E03E3EF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Make improvements to UI</a:t>
            </a:r>
          </a:p>
          <a:p>
            <a:r>
              <a:rPr lang="en-US" dirty="0"/>
              <a:t>Make improvements to Filtering</a:t>
            </a:r>
          </a:p>
          <a:p>
            <a:r>
              <a:rPr lang="en-US" dirty="0"/>
              <a:t>Make notes customizable</a:t>
            </a:r>
          </a:p>
          <a:p>
            <a:r>
              <a:rPr lang="en-US" dirty="0"/>
              <a:t>Make improvements to Tests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618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62CEC-7686-7556-856F-DB77892B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A491-8808-3068-054F-629BBD4ED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166638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1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CE8D3E"/>
      </a:accent2>
      <a:accent3>
        <a:srgbClr val="BB7C2F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573345-c376-4e2b-abac-62b83fd3253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C93436A38D24F89C35B138A075526" ma:contentTypeVersion="9" ma:contentTypeDescription="Create a new document." ma:contentTypeScope="" ma:versionID="c6acafb0cd07f8255b63e215d1df6f14">
  <xsd:schema xmlns:xsd="http://www.w3.org/2001/XMLSchema" xmlns:xs="http://www.w3.org/2001/XMLSchema" xmlns:p="http://schemas.microsoft.com/office/2006/metadata/properties" xmlns:ns3="bd573345-c376-4e2b-abac-62b83fd32539" targetNamespace="http://schemas.microsoft.com/office/2006/metadata/properties" ma:root="true" ma:fieldsID="e07d3be5d5541a6164689a5424926e2f" ns3:_="">
    <xsd:import namespace="bd573345-c376-4e2b-abac-62b83fd3253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573345-c376-4e2b-abac-62b83fd3253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48E9D1-16BB-4DCD-96F0-06010A57BD0B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bd573345-c376-4e2b-abac-62b83fd32539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DFAC21B-A48D-45FE-BF8C-4D5D0B7D80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2EBDA8-9ABB-45D9-8B7A-8CC816E5701D}">
  <ds:schemaRefs>
    <ds:schemaRef ds:uri="bd573345-c376-4e2b-abac-62b83fd325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d1a61d7-b6a5-4f64-8787-f074f87013ee}" enabled="0" method="" siteId="{4d1a61d7-b6a5-4f64-8787-f074f87013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308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GLOWSTONE</vt:lpstr>
      <vt:lpstr>PowerPoint Presentation</vt:lpstr>
      <vt:lpstr>Product Backlog and development process</vt:lpstr>
      <vt:lpstr>Sprint 1</vt:lpstr>
      <vt:lpstr>Sprint 2</vt:lpstr>
      <vt:lpstr>Sprint 3</vt:lpstr>
      <vt:lpstr>Sprint 4</vt:lpstr>
      <vt:lpstr>Architectural Design</vt:lpstr>
      <vt:lpstr>Applied Technologies</vt:lpstr>
      <vt:lpstr>Demo</vt:lpstr>
      <vt:lpstr>Validity and reliability of your Solution</vt:lpstr>
      <vt:lpstr>Learning achievement of this course</vt:lpstr>
      <vt:lpstr>Plan for further development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Amir Dirin</dc:creator>
  <cp:lastModifiedBy>Remi Maskulin</cp:lastModifiedBy>
  <cp:revision>21</cp:revision>
  <dcterms:created xsi:type="dcterms:W3CDTF">2023-10-02T07:27:44Z</dcterms:created>
  <dcterms:modified xsi:type="dcterms:W3CDTF">2026-10-04T12:50:43Z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0x010100F04C93436A38D24F89C35B138A075526</vt:lpwstr>
  </property>
</Properties>
</file>